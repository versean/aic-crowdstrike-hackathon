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AlertLens takes the millions of alerts a SOC receives, finds the few that are a real attack, groups them into incidents and explains, in plain language, why each one is suspicious.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SOC (Security Operations Center) is the team that watches company systems for attacks. Its sensors raise far more</a:t>
            </a:r>
          </a:p>
          <a:p>
            <a:r>
              <a:t>alerts than people can check. In our dataset: 8 company networks, 5 days, 2.66 million alerts. Only about 0.45% belong</a:t>
            </a:r>
          </a:p>
          <a:p>
            <a:r>
              <a:t>to the real attack. The chart shows one network: the attack (red) does not stand out by volume; normal activity makes</a:t>
            </a:r>
          </a:p>
          <a:p>
            <a:r>
              <a:t>bigger bursts every day. This is alert fatigue: real attacks get lost in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 SOC usually does first is sort alerts by severity. But attack and normal alerts have the same low levels,</a:t>
            </a:r>
          </a:p>
          <a:p>
            <a:r>
              <a:t>mostly 3 and 6. The most dangerous attack steps, like switching user or running sudo, look like routine level-3 events.</a:t>
            </a:r>
          </a:p>
          <a:p>
            <a:r>
              <a:t>So sorting by severity ranks the attack almost randomly: PR-AUC 0.006.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1: collect alerts from the three sensors into one table. 2: merge duplicates. 3: describe every</a:t>
            </a:r>
          </a:p>
          <a:p>
            <a:r>
              <a:t>alert with about 100 answers to an analyst's questions. 4: a machine-learning model scores how likely each one is an</a:t>
            </a:r>
          </a:p>
          <a:p>
            <a:r>
              <a:t>attack. 5: we explain every score. 6: suspicious alerts are chained into incidents. 7: a local AI writes the report.</a:t>
            </a:r>
          </a:p>
          <a:p>
            <a:r>
              <a:t>The dashboard shows it all. The ML model detects; the AI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attacker action can fire the same alert thousands of times. Example: the attacker's directory-guessing tool made</a:t>
            </a:r>
          </a:p>
          <a:p>
            <a:r>
              <a:t>7,155 identical alerts in a few minutes; we merge them into one meta-alert (same network, host, rule and source,</a:t>
            </a:r>
          </a:p>
          <a:p>
            <a:r>
              <a:t>less than 5 minutes apart). That takes us from 2.66 million to 99 thousand items. The model then flags 451, and those</a:t>
            </a:r>
          </a:p>
          <a:p>
            <a:r>
              <a:t>are grouped into 13 incidents across 8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never sees raw IPs or hostnames. Each meta-alert becomes about 100 numbers, each answering an analyst's</a:t>
            </a:r>
          </a:p>
          <a:p>
            <a:r>
              <a:t>question. They're computed by small blocks called calcers, an idea we reused from the Magnit hackathon. Every answer</a:t>
            </a:r>
          </a:p>
          <a:p>
            <a:r>
              <a:t>uses only alerts that happened before, so it works live. The charts show why this works: attack alerts come from rules</a:t>
            </a:r>
          </a:p>
          <a:p>
            <a:r>
              <a:t>almost never seen here, at moments when many rare things happen at once, and their raw logs show attacker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Supervised learning: we show the computer examples from 7 networks together with the answer key (which alerts were the</a:t>
            </a:r>
          </a:p>
          <a:p>
            <a:r>
              <a:t>attack), and it finds the questions that separate attack from normal by itself. This is a tiny 2-level tree it learned:</a:t>
            </a:r>
          </a:p>
          <a:p>
            <a:r>
              <a:t>if many rare detections happen at once AND the rule is rarely active here, then attack. Our real model, LightGBM,</a:t>
            </a:r>
          </a:p>
          <a:p>
            <a:r>
              <a:t>builds 800 small trees like this one after another; each new tree fixes the mistakes of the previous ones, and their</a:t>
            </a:r>
          </a:p>
          <a:p>
            <a:r>
              <a:t>votes add up to the final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never test on data the model trained on. We hold out one whole network, train on the other 7, score the held-out</a:t>
            </a:r>
          </a:p>
          <a:p>
            <a:r>
              <a:t>one, and repeat 8 times so every network is tested once. This matches real life: install AlertLens at a new company</a:t>
            </a:r>
          </a:p>
          <a:p>
            <a:r>
              <a:t>and it must work from day one. Every number in this presentation comes from a network the model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PR-AUC measures how clean the top of our ranked list is: 1.0 means every real attack is above every false alarm.</a:t>
            </a:r>
          </a:p>
          <a:p>
            <a:r>
              <a:t>We score 0.96. A generic anomaly detector (Isolation Forest) scores 0.37, and sorting by severity 0.006. To catch 90%</a:t>
            </a:r>
          </a:p>
          <a:p>
            <a:r>
              <a:t>of the attack, an analyst reviews 64 items instead of 12,017. The top 20 is 100% real attack, and in all 8 networks</a:t>
            </a:r>
          </a:p>
          <a:p>
            <a:r>
              <a:t>our #1 incident is the real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real attack in the santos network, as AlertLens shows it. 11:21: the attacker scans the network and the</a:t>
            </a:r>
          </a:p>
          <a:p>
            <a:r>
              <a:t>website. 11:23: uploads a backdoor (webshell) through WordPress. 11:24: cracks a user's password. 11:58: opens a remote</a:t>
            </a:r>
          </a:p>
          <a:p>
            <a:r>
              <a:t>shell, and the web-server account switches to the real user gmorgan, then runs sudo as root. Each alert alone is low</a:t>
            </a:r>
          </a:p>
          <a:p>
            <a:r>
              <a:t>severity. AlertLens links 11,218 raw alerts into one incident with 6 stages, ranked #1 in santos.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the CrowdStrike judges' question. The first 24 hours of each network are its learning period: that's</a:t>
            </a:r>
          </a:p>
          <a:p>
            <a:r>
              <a:t>how we learn what normal looks like (no attack starts before hour 46). Then for every alert we show what's normal here</a:t>
            </a:r>
          </a:p>
          <a:p>
            <a:r>
              <a:t>next to this alert. Example: this rule is normally active in 71% of hours, but this one had never fired before; normally</a:t>
            </a:r>
          </a:p>
          <a:p>
            <a:r>
              <a:t>0 rare detections happen at once, here 13. The last column is how much each difference pushed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splits the model's score into the contribution of each reason, like an itemised receipt. It starts from a typical</a:t>
            </a:r>
          </a:p>
          <a:p>
            <a:r>
              <a:t>alert, about 0.002% chance of attack. Then each reason pushes the score up (red) or down (blue). The rule had never</a:t>
            </a:r>
          </a:p>
          <a:p>
            <a:r>
              <a:t>been active here: big push. 13 rare detections at the same time: big push. Attacker behaviour in the raw log: push.</a:t>
            </a:r>
          </a:p>
          <a:p>
            <a:r>
              <a:t>Final score: 99%. The numbers add up exactly to the score the analyst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 part is not flagging normal admin work. Left: an admin's SSH key login on a mail server. The rule is rare</a:t>
            </a:r>
          </a:p>
          <a:p>
            <a:r>
              <a:t>there, so a "rarest rule first" detector would flag it, but nothing else is unusual, and the log shows an</a:t>
            </a:r>
          </a:p>
          <a:p>
            <a:r>
              <a:t>administrator's key login, so our model scores it 0.1%. Right: the same user gmorgan ran sudo for the first time a day</a:t>
            </a:r>
          </a:p>
          <a:p>
            <a:r>
              <a:t>earlier, from his home folder, to read a log. The model flags it (0.75), but it's a single-stage incident with no</a:t>
            </a:r>
          </a:p>
          <a:p>
            <a:r>
              <a:t>attacker signs: confidence LOW, and the AI analyst calls it LIKELY BENIGN.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ML model detects: it scores all 99 thousand meta-alerts in seconds, and its accuracy is measured. The LLM (Qwen3</a:t>
            </a:r>
          </a:p>
          <a:p>
            <a:r>
              <a:t>14B, running locally with Ollama) receives only the top evidence of one incident and writes the report an analyst</a:t>
            </a:r>
          </a:p>
          <a:p>
            <a:r>
              <a:t>would write: timeline, attacker IP, MITRE techniques, what to do next. The analyst can also chat with it. Why not let</a:t>
            </a:r>
          </a:p>
          <a:p>
            <a:r>
              <a:t>the LLM read the alerts directly? At 1 second per alert, 2.66 million alerts would take about 30 days, and an LLM</a:t>
            </a:r>
          </a:p>
          <a:p>
            <a:r>
              <a:t>can't see what's normal for a network from one alert. We keep it honest: it only uses our facts, it's told that rare</a:t>
            </a:r>
          </a:p>
          <a:p>
            <a:r>
              <a:t>is not malicious, and it can only say TRUE POSITIVE for high-confidence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means removing one ingredient, retraining, and checking how much worse it gets. If the model only knows WHAT</a:t>
            </a:r>
          </a:p>
          <a:p>
            <a:r>
              <a:t>a rule is (its name and category), PR-AUC drops to 0.49. Knowing how it behaves in this network is what gets us to 0.96.</a:t>
            </a:r>
          </a:p>
          <a:p>
            <a:r>
              <a:t>Removing the time-window context costs only 0.02, so the model isn't just learning when the attack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the labels are time windows, so some attack traffic is labeled normal; that's most of our false positives.</a:t>
            </a:r>
          </a:p>
          <a:p>
            <a:r>
              <a:t>DNS exfiltration is mostly missed, because the detector that would catch it fires all day on normal traffic. The</a:t>
            </a:r>
          </a:p>
          <a:p>
            <a:r>
              <a:t>high-confidence rule was chosen after seeing results. And it's 8 networks with one attack type: more variety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dashboard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280160" cy="82296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Helvetica Neue"/>
              </a:rPr>
              <a:t>AlertLens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Helvetica Neue"/>
              </a:rPr>
              <a:t>Find the real attack in millions of alerts — and explain why it is suspicious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B8C4D6"/>
                </a:solidFill>
                <a:latin typeface="Helvetica Neue"/>
              </a:rPr>
              <a:t>AIC × CrowdStrike Hackathon  ·  Track 2: Detect (AI-powered Blue Team)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2.66M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elvetica Neue"/>
              </a:rPr>
              <a:t>alerts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66344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39496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elvetica Neue"/>
              </a:rPr>
              <a:t>incidents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466344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8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394960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elvetica Neue"/>
              </a:rPr>
              <a:t>networks: #1 incident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Helvetica Neue"/>
              </a:rPr>
              <a:t>is the real attack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Security teams drown in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2</a:t>
            </a:r>
          </a:p>
        </p:txBody>
      </p:sp>
      <p:pic>
        <p:nvPicPr>
          <p:cNvPr id="7" name="Picture 6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9644"/>
            <a:ext cx="7863840" cy="2921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7373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2.66M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alerts from 3 sensors</a:t>
            </a:r>
          </a:p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in 8 networks, 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2461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0.45%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0233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of them are the</a:t>
            </a:r>
          </a:p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real 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75488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12,017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5321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items to review today</a:t>
            </a:r>
          </a:p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(sort by severity) to find 90%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WHY THE USUAL APPROACH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Sorting by severity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3</a:t>
            </a:r>
          </a:p>
        </p:txBody>
      </p:sp>
      <p:pic>
        <p:nvPicPr>
          <p:cNvPr id="7" name="Picture 6" descr="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2241"/>
            <a:ext cx="7498079" cy="35164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828800"/>
            <a:ext cx="3383280" cy="14630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828800"/>
            <a:ext cx="82296" cy="14630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306324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Attack steps like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“web server became a user”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are only severity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566160"/>
            <a:ext cx="3383280" cy="14630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3566160"/>
            <a:ext cx="82296" cy="14630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566160"/>
            <a:ext cx="306324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We need context: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is this unusual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for THIS network, NOW?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HOW ALERTLENS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Our solution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Wazuh, Suricata,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AMiner → one table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48256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85416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5416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duplicates into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meta-alerts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85032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22192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~100 analyst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questions per alert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321808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58968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Helvetica Neue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ML model: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how likely attack?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58584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Explain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baseline vs. now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+ reasons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95360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alerts into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attack incidents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232136" y="3154680"/>
            <a:ext cx="155448" cy="274320"/>
          </a:xfrm>
          <a:prstGeom prst="righ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69296" y="2103120"/>
            <a:ext cx="1517904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69296" y="2286000"/>
            <a:ext cx="1517904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D7263D"/>
                </a:solidFill>
                <a:latin typeface="Helvetica Neue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9296" y="2880360"/>
            <a:ext cx="151790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Helvetica Neue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42448" y="342900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local AI writes</a:t>
            </a:r>
          </a:p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the incident 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92040"/>
            <a:ext cx="82296" cy="9144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892040"/>
            <a:ext cx="107442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14213D"/>
                </a:solidFill>
                <a:latin typeface="Helvetica Neue"/>
              </a:rPr>
              <a:t>The machine-learning model decides what is suspicious.  The local AI explains it.  All data stays on the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MERGE DUPLICATES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Step 1–2: from millions of alerts to a short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5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6369"/>
            <a:ext cx="7589520" cy="26282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828800"/>
            <a:ext cx="82296" cy="18288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306324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Example: 7,155 alerts from the attacker’s website scanner → 1 meta-alert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9319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3931920"/>
            <a:ext cx="82296" cy="18288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931920"/>
            <a:ext cx="306324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451 flagged, 91% are real attack.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Only 10 are truly outside the attack.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Step 3: ask the questions an analyst would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Is this rule rare</a:t>
            </a:r>
            <a:r>
              <a:rPr sz="1700">
                <a:solidFill>
                  <a:srgbClr val="14213D"/>
                </a:solidFill>
                <a:latin typeface="Helvetica Neue"/>
              </a:rPr>
              <a:t> in this network?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What else unusual</a:t>
            </a:r>
            <a:r>
              <a:rPr sz="1700">
                <a:solidFill>
                  <a:srgbClr val="14213D"/>
                </a:solidFill>
                <a:latin typeface="Helvetica Neue"/>
              </a:rPr>
              <a:t> is happening right now?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Is the source IP new?</a:t>
            </a:r>
            <a:r>
              <a:rPr sz="1700">
                <a:solidFill>
                  <a:srgbClr val="14213D"/>
                </a:solidFill>
                <a:latin typeface="Helvetica Neue"/>
              </a:rPr>
              <a:t> How many hosts has it touched?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Do the raw logs show</a:t>
            </a:r>
            <a:r>
              <a:rPr sz="1700">
                <a:solidFill>
                  <a:srgbClr val="14213D"/>
                </a:solidFill>
                <a:latin typeface="Helvetica Neue"/>
              </a:rPr>
              <a:t> attacker or admin behaviour?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Is the user account new</a:t>
            </a:r>
            <a:r>
              <a:rPr sz="1700">
                <a:solidFill>
                  <a:srgbClr val="14213D"/>
                </a:solidFill>
                <a:latin typeface="Helvetica Neue"/>
              </a:rPr>
              <a:t> on this host?</a:t>
            </a:r>
          </a:p>
        </p:txBody>
      </p:sp>
      <p:pic>
        <p:nvPicPr>
          <p:cNvPr id="8" name="Picture 7" descr="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11773"/>
            <a:ext cx="7223760" cy="20002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5623560"/>
            <a:ext cx="7223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Helvetica Neue"/>
              </a:rPr>
              <a:t>blue = normal alerts,  red = attack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Step 4: the model learns which answers mean “attack”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7</a:t>
            </a:r>
          </a:p>
        </p:txBody>
      </p:sp>
      <p:pic>
        <p:nvPicPr>
          <p:cNvPr id="7" name="Picture 6" descr="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26342"/>
            <a:ext cx="7680960" cy="32282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73736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737360"/>
            <a:ext cx="82296" cy="132588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737360"/>
            <a:ext cx="3063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The computer found these questions itself, from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24612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3246120"/>
            <a:ext cx="82296" cy="132588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246120"/>
            <a:ext cx="3063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Real model (LightGBM):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800 trees, each fixing the last one’s mistakes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7548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4754880"/>
            <a:ext cx="82296" cy="132588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754880"/>
            <a:ext cx="3063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Rare attacks get extra weight; 5 copies averaged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The honest test: a network the model has never seen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8</a:t>
            </a:r>
          </a:p>
        </p:txBody>
      </p:sp>
      <p:pic>
        <p:nvPicPr>
          <p:cNvPr id="7" name="Picture 6" descr="lo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29" y="1600200"/>
            <a:ext cx="5918981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9202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Train</a:t>
            </a:r>
            <a:r>
              <a:rPr sz="1800">
                <a:solidFill>
                  <a:srgbClr val="14213D"/>
                </a:solidFill>
                <a:latin typeface="Helvetica Neue"/>
              </a:rPr>
              <a:t> on 7 networks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Test</a:t>
            </a:r>
            <a:r>
              <a:rPr sz="1800">
                <a:solidFill>
                  <a:srgbClr val="14213D"/>
                </a:solidFill>
                <a:latin typeface="Helvetica Neue"/>
              </a:rPr>
              <a:t> on the 8th, which the model has never seen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Repeat</a:t>
            </a:r>
            <a:r>
              <a:rPr sz="1800">
                <a:solidFill>
                  <a:srgbClr val="14213D"/>
                </a:solidFill>
                <a:latin typeface="Helvetica Neue"/>
              </a:rPr>
              <a:t> 8 times: every network is tested once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No memorising</a:t>
            </a:r>
            <a:r>
              <a:rPr sz="1800">
                <a:solidFill>
                  <a:srgbClr val="14213D"/>
                </a:solidFill>
                <a:latin typeface="Helvetica Neue"/>
              </a:rPr>
              <a:t> of IPs or hostnames. It has to generalise like a real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RESULTS ON UNSEEN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Results: 64 items to review instead of 12,017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9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20348"/>
            <a:ext cx="11430000" cy="3525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7492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0.96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PR-AUC (1.0 = perfect)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07492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852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of the top 20 are real 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8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852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networks: #1 incident is the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507492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D7263D"/>
                </a:solidFill>
                <a:latin typeface="Helvetica Neue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852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attack stage predicted correctly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A real attack, step by step (santos, 17 January)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10</a:t>
            </a:r>
          </a:p>
        </p:txBody>
      </p:sp>
      <p:pic>
        <p:nvPicPr>
          <p:cNvPr id="7" name="Picture 6" descr="kill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85" y="1554480"/>
            <a:ext cx="1110035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82296" cy="56692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107442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Helvetica Neue"/>
              </a:rPr>
              <a:t>Each alert alone looks minor (severity 3). Together they form a 6-stage attack chain → incident #1, confidence 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BASELINE · LEARNING PERIOD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Why is it suspicious? Normal for this network vs. this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7863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280160"/>
                <a:gridCol w="1280160"/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Question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Normal in santos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This alert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Push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Share of past hours this rule was active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71.3%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7263D"/>
                          </a:solidFill>
                          <a:latin typeface="Helvetica Neue"/>
                        </a:rPr>
                        <a:t>0.0%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D7263D"/>
                          </a:solidFill>
                          <a:latin typeface="Helvetica Neue"/>
                        </a:rPr>
                        <a:t>+3.5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Rarely-seen detections network-wide, same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7263D"/>
                          </a:solidFill>
                          <a:latin typeface="Helvetica Neue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D7263D"/>
                          </a:solidFill>
                          <a:latin typeface="Helvetica Neue"/>
                        </a:rPr>
                        <a:t>+2.9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Attacker indicators in raw log lines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7263D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D7263D"/>
                          </a:solidFill>
                          <a:latin typeface="Helvetica Neue"/>
                        </a:rPr>
                        <a:t>+1.5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Distinct rules firing network-wide, same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7263D"/>
                          </a:solidFill>
                          <a:latin typeface="Helvetica Neue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D7263D"/>
                          </a:solidFill>
                          <a:latin typeface="Helvetica Neue"/>
                        </a:rPr>
                        <a:t>+1.5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Earlier bursts of this rule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3D"/>
                          </a:solidFill>
                          <a:latin typeface="Helvetica Neue"/>
                        </a:rPr>
                        <a:t>270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7263D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D7263D"/>
                          </a:solidFill>
                          <a:latin typeface="Helvetica Neue"/>
                        </a:rPr>
                        <a:t>+1.3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778240" y="1691640"/>
            <a:ext cx="292608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691640"/>
            <a:ext cx="82296" cy="173736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691640"/>
            <a:ext cx="2606040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Learning period: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first 24 h of each network = what “normal” looks like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6118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3611880"/>
            <a:ext cx="82296" cy="164592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611880"/>
            <a:ext cx="26060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After that, every feature uses only the past, so it works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Helvetica Neue"/>
              </a:rPr>
              <a:t>Alert: santos, 17 Jan 11:58:17. Raw log: “User successfully changed UID … www-data:gmorgan”  (the web server became a real user)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EXPLAINABILITY (SHAP)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Every score comes with an itemised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12</a:t>
            </a:r>
          </a:p>
        </p:txBody>
      </p:sp>
      <p:pic>
        <p:nvPicPr>
          <p:cNvPr id="7" name="Picture 6" descr="shap_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51090"/>
            <a:ext cx="8138159" cy="2978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737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737360"/>
            <a:ext cx="82296" cy="13716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737360"/>
            <a:ext cx="26060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Starts at a typical alert: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≈ 0.002% chance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2918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3291840"/>
            <a:ext cx="82296" cy="13716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291840"/>
            <a:ext cx="26060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Each reason pushes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up (red) or down (blue)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84632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4846320"/>
            <a:ext cx="82296" cy="118872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84632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Adds up exactly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to the final 99%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AVOIDING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Rare is not the same as malicious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13</a:t>
            </a:r>
          </a:p>
        </p:txBody>
      </p:sp>
      <p:pic>
        <p:nvPicPr>
          <p:cNvPr id="7" name="Picture 6" descr="shap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98743"/>
            <a:ext cx="6949440" cy="27177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691640"/>
            <a:ext cx="4023360" cy="4343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2880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Helvetica Neue"/>
              </a:rPr>
              <a:t>Same user, same rule: first-time sudo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774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7263D"/>
                </a:solidFill>
                <a:latin typeface="Helvetica Neue"/>
              </a:rPr>
              <a:t>ATTACK  ·  17 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9748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Helvetica Neue"/>
              </a:rPr>
              <a:t>sudo from the website’s uploads folder, right after the web server became gmorgan → 6-stage incident,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840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A7DC9"/>
                </a:solidFill>
                <a:latin typeface="Helvetica Neue"/>
              </a:rPr>
              <a:t>NORMAL  ·  16 Jan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160520"/>
            <a:ext cx="3657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Helvetica Neue"/>
              </a:rPr>
              <a:t>sudo from /home/gmorgan to read a log file → single-stage incident, LOW. AI analyst: “LIKELY BENIGN”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Helvetica Neue"/>
              </a:rPr>
              <a:t>Only 10 flagged items in all 8 networks are truly outside the attack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LOCAL LLM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The role of the AI (LLM): it explains, it does not detect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949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ML model  ·  DETECTS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Scores all 99,161 meta-alerts</a:t>
            </a:r>
            <a:r>
              <a:rPr sz="1700">
                <a:solidFill>
                  <a:srgbClr val="14213D"/>
                </a:solidFill>
                <a:latin typeface="Helvetica Neue"/>
              </a:rPr>
              <a:t> in seconds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Learns what is normal</a:t>
            </a:r>
            <a:r>
              <a:rPr sz="1700">
                <a:solidFill>
                  <a:srgbClr val="14213D"/>
                </a:solidFill>
                <a:latin typeface="Helvetica Neue"/>
              </a:rPr>
              <a:t> per network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Accuracy is measured</a:t>
            </a:r>
            <a:r>
              <a:rPr sz="1700">
                <a:solidFill>
                  <a:srgbClr val="14213D"/>
                </a:solidFill>
                <a:latin typeface="Helvetica Neue"/>
              </a:rPr>
              <a:t> on unseen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53949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Local LLM  ·  EXPLAINS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Writes the incident report:</a:t>
            </a:r>
            <a:r>
              <a:rPr sz="1700">
                <a:solidFill>
                  <a:srgbClr val="14213D"/>
                </a:solidFill>
                <a:latin typeface="Helvetica Neue"/>
              </a:rPr>
              <a:t> timeline, IOCs, MITRE, next steps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Answers the analyst’s questions</a:t>
            </a:r>
            <a:r>
              <a:rPr sz="1700">
                <a:solidFill>
                  <a:srgbClr val="14213D"/>
                </a:solidFill>
                <a:latin typeface="Helvetica Neue"/>
              </a:rPr>
              <a:t> in a chat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Runs on the laptop:</a:t>
            </a:r>
            <a:r>
              <a:rPr sz="1700">
                <a:solidFill>
                  <a:srgbClr val="14213D"/>
                </a:solidFill>
                <a:latin typeface="Helvetica Neue"/>
              </a:rPr>
              <a:t> no data leaves the company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82296" cy="105156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74420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Kept honest: grounded only in our evidence, told “rare ≠ malicious”.  Result: 9 / 9 real attack incidents → TRUE POSITIVE,  4 / 4 normal incidents → LIKELY BENIGN or NEEDS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What really matters: behaviour in this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15</a:t>
            </a:r>
          </a:p>
        </p:txBody>
      </p:sp>
      <p:pic>
        <p:nvPicPr>
          <p:cNvPr id="7" name="Picture 6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9946"/>
            <a:ext cx="7498079" cy="25296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828800"/>
            <a:ext cx="82296" cy="18288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306324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Knowing only WHAT the rule is: 0.49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9319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3931920"/>
            <a:ext cx="82296" cy="182880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931920"/>
            <a:ext cx="306324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Helvetica Neue"/>
              </a:rPr>
              <a:t>Knowing HOW it behaves in this network: 0.96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7263D"/>
                </a:solidFill>
                <a:latin typeface="Helvetica Neue"/>
              </a:rPr>
              <a:t>WHAT WE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Helvetica Neue"/>
              </a:rPr>
              <a:t>Honest limits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64008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Helvetica Neue"/>
              </a:rPr>
              <a:t>AlertLens  ·  AIC × CrowdStrike  ·  Track 2: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775"/>
                </a:solidFill>
                <a:latin typeface="Helvetica Neue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Labels are time windows:</a:t>
            </a:r>
            <a:r>
              <a:rPr sz="1800">
                <a:solidFill>
                  <a:srgbClr val="14213D"/>
                </a:solidFill>
                <a:latin typeface="Helvetica Neue"/>
              </a:rPr>
              <a:t> some attack traffic is labeled “normal”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DNS exfiltration is mostly missed:</a:t>
            </a:r>
            <a:r>
              <a:rPr sz="1800">
                <a:solidFill>
                  <a:srgbClr val="14213D"/>
                </a:solidFill>
                <a:latin typeface="Helvetica Neue"/>
              </a:rPr>
              <a:t> its detector fires all day on normal traffic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Confidence rule</a:t>
            </a:r>
            <a:r>
              <a:rPr sz="1800">
                <a:solidFill>
                  <a:srgbClr val="14213D"/>
                </a:solidFill>
                <a:latin typeface="Helvetica Neue"/>
              </a:rPr>
              <a:t> was chosen after seeing results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14213D"/>
                </a:solidFill>
                <a:latin typeface="Helvetica Neue"/>
              </a:rPr>
              <a:t>8 networks, one attack type:</a:t>
            </a:r>
            <a:r>
              <a:rPr sz="1800">
                <a:solidFill>
                  <a:srgbClr val="14213D"/>
                </a:solidFill>
                <a:latin typeface="Helvetica Neue"/>
              </a:rPr>
              <a:t> needs more variety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D7263D"/>
                </a:solidFill>
                <a:latin typeface="Helvetica Neue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Per-domain features</a:t>
            </a:r>
            <a:r>
              <a:rPr sz="1700">
                <a:solidFill>
                  <a:srgbClr val="14213D"/>
                </a:solidFill>
                <a:latin typeface="Helvetica Neue"/>
              </a:rPr>
              <a:t> to catch DNS exfiltration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Analyst feedback</a:t>
            </a:r>
            <a:r>
              <a:rPr sz="1700">
                <a:solidFill>
                  <a:srgbClr val="14213D"/>
                </a:solidFill>
                <a:latin typeface="Helvetica Neue"/>
              </a:rPr>
              <a:t> (“not an attack”) retrains the model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Live streaming:</a:t>
            </a:r>
            <a:r>
              <a:rPr sz="1700">
                <a:solidFill>
                  <a:srgbClr val="14213D"/>
                </a:solidFill>
                <a:latin typeface="Helvetica Neue"/>
              </a:rPr>
              <a:t> features already use only the past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D7263D"/>
                </a:solidFill>
                <a:latin typeface="Helvetica Neue"/>
              </a:rPr>
              <a:t>■  </a:t>
            </a:r>
            <a:r>
              <a:rPr sz="1700" b="1">
                <a:solidFill>
                  <a:srgbClr val="14213D"/>
                </a:solidFill>
                <a:latin typeface="Helvetica Neue"/>
              </a:rPr>
              <a:t>More attack types</a:t>
            </a:r>
            <a:r>
              <a:rPr sz="1700">
                <a:solidFill>
                  <a:srgbClr val="14213D"/>
                </a:solidFill>
                <a:latin typeface="Helvetica Neue"/>
              </a:rPr>
              <a:t> and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From 2.66 million noisy alerts to a short ranked list of incidents, each with the reason why it is suspicious.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88920"/>
            <a:ext cx="1280160" cy="82296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D7263D"/>
                </a:solidFill>
                <a:latin typeface="Helvetica Neue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items to review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instead of 12,017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2918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D7263D"/>
                </a:solidFill>
                <a:latin typeface="Helvetica Neue"/>
              </a:rPr>
              <a:t>0.96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1605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PR-AUC on networks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the model never saw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2918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D7263D"/>
                </a:solidFill>
                <a:latin typeface="Helvetica Neue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1605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local: no data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Helvetica Neue"/>
              </a:rPr>
              <a:t>leaves the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B8C4D6"/>
                </a:solidFill>
                <a:latin typeface="Helvetica Neue"/>
              </a:rPr>
              <a:t>Thank you  ·  Questions?  ·  Live demo: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